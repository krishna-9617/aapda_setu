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C14 + E11 + E12  ·  MODULE HOURS: 9  ·  FACULTY: DR. PALLAV SAHAY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Logic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Module–1: </a:t>
            </a:r>
            <a:pPr indent="0" marL="0">
              <a:buNone/>
            </a:pPr>
            <a:r>
              <a:rPr lang="en-US" sz="22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Logic Design Fundamentals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0292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25BCE10255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25BCE10310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Monil Gautam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25BCE10315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25BCE10383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Ansh Saikhedkar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25BCE10417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Kanav Luthra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25BCE10425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Madhav Singh Chauhan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25BCE10430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Krishna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—  NUMBER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POSITIONAL NOTATION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 Systems &amp; Positional Notation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a number system?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number system represents numbers using a fixed set of symbols (digits) and a base (radix). The value of a digit depends on its position.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General positional 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number N in base r can be written as: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  =  Σ  ( dᵢ  ×  rⁱ 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i = 0 to n−1   (integer part)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dᵢ = digit at position 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  = base (radix)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 = power / weight of that position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(1011)₂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1×2³ + 0×2² + 1×2¹ + 1×2⁰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1×8 + 0×4 + 1×2 + 1×1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8 + 0 + 2 + 1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11₁₀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4389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position has a weight that is a successive power of the base. The rightmost digit is always the least significant (r⁰).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—  NUMBER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COMMON BASES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Binary, Octal, Decimal &amp; Hexadecimal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237744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292608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Valid Digits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Common Use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Binary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0, 1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Digital circuits, memory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Octal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 – 7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Compact binary grouping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Decimal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 – 9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Everyday counting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Hexadecimal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 – 9, A – F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Addresses, machine code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977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different bases matter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Binary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the native language of digital systems — every logic gate works with 0 and 1.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Octal &amp; Hex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give a compact way to write long binary strings (3 bits → 1 octal digit, 4 bits → 1 hex digit).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Decimal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what humans use; conversions between decimal and binary/hex are daily tasks in DLD.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BASE CONVERSIONS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BINARY ↔ DECIMAL / OCT / HEX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 Base Conversions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Binary → Decimal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Expand each bit by its power of 2 and sum.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(1101)₂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1·2³ + 1·2² + 0·2¹ + 1·2⁰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8 + 4 + 0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13₁₀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Decimal → Binary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Repeated division by 2.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Remainders read bottom → top.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13₁₀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971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÷ 2 = 6  r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6 ÷ 2 = 3  r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3 ÷ 2 = 1  r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1 ÷ 2 = 0  r 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4480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(1101)₂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3816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Binary ↔ Oct / Hex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1874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 bits: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bits → 1 octal digit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bits → 1 hex digit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(101101)₂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Octal:  101  101  →  55₈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Hex:   0010  1101 →  2D₁₆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4297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Pad with leading zeros if the bit length is not a multiple of 3 or 4.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BASE CONVERSIONS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DECIMAL ↔ OCT / HEX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Decimal, Octal &amp; Hexadecimal Conversions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Decimal → Octal / Hex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idea as decimal→binary: repeated division by the target base. Remainders read from bottom to top.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156₁₀ → Hex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156 ÷ 16 = 9   remainder 12 (C)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9 ÷ 16 = 0   remainder 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(9C)₁₆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fractional parts: multiply the fraction by the target base and collect integer parts until the required precision.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Octal / Hex → Decimal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Expand by powers of the base.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(2F)₁₆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2×16¹ + 15×16⁰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32 + 15 = 47₁₀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Octal ↔ Hex (via binary)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069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Convert each digit to its 3-bit (oct) or 4-bit (hex) binary group, then regroup. This is the fastest method in exams.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SIGNED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UNSIGNED VS SIGNED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Unsigned &amp; Signed Binary Numbers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Unsigned Binary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bits represent magnitude. There is no sign bit.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Range for n bits: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 to  2ⁿ − 1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 (8 bits): 0 … 255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Signed Binary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bit is reserved for the sign.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MSB = Most Significant Bit = sign bit.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→ positive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→ negative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common schemes exist.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signed representations we study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Sign-magnitude          2. 1’s complement          3. 2’s complement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differ in how the negative magnitude is encoded and in the range of values they can represent.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SIGNED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REPRESENTATIONS &amp; RANGES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Signed Number Representations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Representing +5 and −5 in 8 bits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72800" cy="1737360"/>
        </p:xfrm>
        <a:graphic>
          <a:graphicData uri="http://schemas.openxmlformats.org/drawingml/2006/table">
            <a:tbl>
              <a:tblPr/>
              <a:tblGrid>
                <a:gridCol w="3200400"/>
                <a:gridCol w="3886200"/>
                <a:gridCol w="388620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2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2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−5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2D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Sign-magnitude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0000 0101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1000 0101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1’s complement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0000 0101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1111 1010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2’s complement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0000 0101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1111 1011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−5 is obtained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Sign-mag: keep magnitude, set MSB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1’s comp: invert every bit of +5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2’s comp: 1’s complement + 1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35204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3657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Ranges (n bits)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2940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Sign-mag &amp; 1’s: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−(2ⁿ⁻¹ − 1)  …  +(2ⁿ⁻¹ − 1)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(two zeros: +0 and −0)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2’s complement: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−2ⁿ⁻¹  …  +(2ⁿ⁻¹ − 1)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(preferred in modern systems)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BOOLEAN ALGEBRA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 Algebra Fundamentals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 algebra deals with variables that take only two values: 0 and 1. It is the mathematical foundation of digital logic.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 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· B  or  AB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only when both inputs are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 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| 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|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|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|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| 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18745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  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when at least one input is 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 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37490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| 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|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|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|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| 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38160" y="18745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 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A̅  or  A'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Inverts the value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 table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37490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|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| 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BOOLEAN ALGEBRA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BASIC LAWS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Basic Boolean Laws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+ 0 =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· 1 =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1280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does nothing to OR; 1 does nothing to 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Null / Domination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+ 1 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· 0 = 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forces OR to 1; 0 forces AND to 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Idempotent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A =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· A =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Repeating a variable has no effect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3886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A̅ 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· A̅ = 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886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variable and its complement cover all cases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4754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(A̅)̅ =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Double negation restores the original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BOOLEAN THEOREMS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COMMUTATIVE TO ABSORPTION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 Algebra Theorems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Commutative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B = B +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 = BA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Order of operands does not matter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Associative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A+(B+C)=(A+B)+C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A(BC)=(AB)C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Grouping does not matter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Distributive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023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A(B+C)=AB+AC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A+BC=(A+B)(A+C)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distributes over OR and vice-versa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Absorption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4023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AB =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A(A+B) = 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term already covered by a simpler term can be dropped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BOOLEAN THEOREMS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MORGAN &amp; SIMPLIFICATION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Morgan’s Theorems &amp; Simplification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Theorem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(A + B)̅  =  A̅ · B̅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Complement of OR → AND of complements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Theorem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(A · B)̅  =  A̅ + B̅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Complement of AND → OR of complements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Simplification example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 = (A + B)̅ + AB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A̅B̅ + AB          (De Morgan)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A̅B̅ + AB          (already simple; no further absorption)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3337560"/>
            <a:ext cx="4297680" cy="2468880"/>
          </a:xfrm>
          <a:prstGeom prst="roundRect">
            <a:avLst>
              <a:gd name="adj" fmla="val 2963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Common mistakes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0" y="39319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Forgetting to complement every variable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Not swapping OR ↔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Treating Boolean · as arithmetic multiplication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BOOLEAN FUNCTIONS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EXPRESSIONS, SOP, POS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 Functions &amp; Expressions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 function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mapping from binary inputs to a binary output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Literal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variable or its complement (A or A̅)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term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of literals (e.g. AB̅C)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 term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 of literals (e.g. A + B̅ + C)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Minterm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term containing every variable exactly once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Maxterm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 term containing every variable exactly once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63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SOP (Sum of Products):   F = A̅B + AB̅ + AB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 (Product of Sums):   F = (A + B)(A̅ + C)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 table → list of minterms (where F=1) or maxterms (where F=0) → Boolean expression.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BOOLEAN FUNCTIONS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FORMS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&amp; Standard Forms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form — every term contains all variables exactly once.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 form — terms may omit some variables (still SOP or POS).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577840" cy="3840480"/>
          </a:xfrm>
          <a:prstGeom prst="roundRect">
            <a:avLst>
              <a:gd name="adj" fmla="val 1905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truth table to Canonical SOP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| 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0 |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1 | 1   → m₁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0 |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1 | 1   → m₃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0 |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1 | 1   → m₅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0 |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1 | 1   → m₇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F(A,B,C) = Σm(1,3,5,7)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0574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POS (maxterms)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Rows where F = 0 become maxterms.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F(A,B,C) = ΠM(0,2,4,6)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Minterm mᵢ corresponds to the binary value of the row index.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Maxterm Mᵢ is the complement of that product term.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—  COMPLEMENTS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r’s &amp; (r−1)’s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r’s Complement &amp; (r−1)’s Complement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a number in base r: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(r−1)’s complement  →  subtract each digit from (r−1)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r’s complement      →  (r−1)’s complement + 1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Decimal (r = 10)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9’s complement of 573: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999 − 573 = 426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10’s complement: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426 + 1 = 427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9’s = (r−1)’s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10’s = r’s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Binary (r = 2)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Original:     1011 0010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1’s complement: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0100 1101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(flip every bit)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2’s complement: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0100 1110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(1’s + 1)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—  COMPLEMENTS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 /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SUBTRACTION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Binary Subtraction Using 1’s &amp; 2’s Complement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669280" cy="4846320"/>
          </a:xfrm>
          <a:prstGeom prst="roundRect">
            <a:avLst>
              <a:gd name="adj" fmla="val 1509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1’s Complement Method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1011 − 0101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1’s of subtrahend: 1010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Add:  1011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+ 1010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-------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1 0101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End-around carry → add 1 to LSB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0101 + 1 = 0110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0110  (positive)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no end-around carry → result is negative; take 1’s complement and attach a minus sign.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8F5ED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2’s Complement Method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1011 − 0101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2’s of subtrahend: 1011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Add:  1011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+ 1011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-------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1 0110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Discard final carry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0110  (positive)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572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no final carry → result is negative and already in 2’s-complement form.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 tip: 2’s complement needs no end-around carry — that is why hardware prefers it.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Logic Design  ·  Module–1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C14 + E11 + E12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— Module–1</dc:title>
  <dc:subject>PptxGenJS Presentation</dc:subject>
  <dc:creator>Team Presentation</dc:creator>
  <cp:lastModifiedBy>Team Presentation</cp:lastModifiedBy>
  <cp:revision>1</cp:revision>
  <dcterms:created xsi:type="dcterms:W3CDTF">2026-09-10T19:47:52Z</dcterms:created>
  <dcterms:modified xsi:type="dcterms:W3CDTF">2026-09-10T19:47:52Z</dcterms:modified>
</cp:coreProperties>
</file>